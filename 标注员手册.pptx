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241280" cy="725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Telephix 标注员手册</a:t>
            </a:r>
            <a:endParaRPr sz="4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241280" cy="397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独立标注工具 · 从安装到传回数据的完整操作说明</a:t>
            </a:r>
            <a:endParaRPr sz="1800" b="0">
              <a:solidFill>
                <a:srgbClr val="A8B2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8992" y="3273552"/>
            <a:ext cx="201168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3794760"/>
            <a:ext cx="1572768" cy="603504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安装与启动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24328" y="3950208"/>
            <a:ext cx="237744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88494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300" b="1">
              <a:solidFill>
                <a:srgbClr val="7884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62072" y="3794760"/>
            <a:ext cx="1572768" cy="603504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登录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4840" y="3950208"/>
            <a:ext cx="237744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88494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300" b="1">
              <a:solidFill>
                <a:srgbClr val="7884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72583" y="3794760"/>
            <a:ext cx="1572768" cy="60350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建标注方案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5351" y="3950208"/>
            <a:ext cx="237744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88494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300" b="1">
              <a:solidFill>
                <a:srgbClr val="7884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83096" y="3794760"/>
            <a:ext cx="1572768" cy="603504"/>
          </a:xfrm>
          <a:prstGeom prst="roundRect">
            <a:avLst>
              <a:gd name="adj" fmla="val 8000"/>
            </a:avLst>
          </a:prstGeom>
          <a:solidFill>
            <a:srgbClr val="CA8A04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标注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55864" y="3950208"/>
            <a:ext cx="237744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88494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300" b="1">
              <a:solidFill>
                <a:srgbClr val="7884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93608" y="3794760"/>
            <a:ext cx="1572768" cy="60350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保存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66376" y="3950208"/>
            <a:ext cx="237744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>
                <a:solidFill>
                  <a:srgbClr val="788494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300" b="1">
              <a:solidFill>
                <a:srgbClr val="7884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104120" y="3794760"/>
            <a:ext cx="1572768" cy="603504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传回数据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800600"/>
            <a:ext cx="10241280" cy="340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8CC8FF"/>
                </a:solidFill>
                <a:latin typeface="Consolas"/>
                <a:ea typeface="Consolas"/>
                <a:cs typeface="Consolas"/>
              </a:rPr>
              <a:t>打开地址   http://localhost:8097</a:t>
            </a:r>
            <a:endParaRPr sz="1500" b="1">
              <a:solidFill>
                <a:srgbClr val="8CC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20"/>
            <a:ext cx="10241280" cy="264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788494"/>
                </a:solidFill>
                <a:latin typeface="微软雅黑"/>
                <a:ea typeface="微软雅黑"/>
                <a:cs typeface="微软雅黑"/>
              </a:rPr>
              <a:t>依据项目内《使用文档.md》整理 · 标注结果直接写在数据文件夹的每个 episode 目录下</a:t>
            </a:r>
            <a:endParaRPr sz="1100" b="0">
              <a:solidFill>
                <a:srgbClr val="78849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六步总览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OVERVIEW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1057839" cy="74980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F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536192"/>
            <a:ext cx="274320" cy="274320"/>
          </a:xfrm>
          <a:prstGeom prst="ellipse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54479"/>
            <a:ext cx="274320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0432" y="1426464"/>
            <a:ext cx="10234879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91B1B"/>
                </a:solidFill>
                <a:latin typeface="微软雅黑"/>
                <a:ea typeface="微软雅黑"/>
                <a:cs typeface="微软雅黑"/>
              </a:rPr>
              <a:t>工具不会自动保存</a:t>
            </a:r>
            <a:endParaRPr sz="1400" b="1">
              <a:solidFill>
                <a:srgbClr val="991B1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0432" y="1700784"/>
            <a:ext cx="102348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C2828"/>
                </a:solidFill>
                <a:latin typeface="微软雅黑"/>
                <a:ea typeface="微软雅黑"/>
                <a:cs typeface="微软雅黑"/>
              </a:rPr>
              <a:t>切换 episode、点返回方案、刷新或关闭页面之前，一定先点保存。</a:t>
            </a:r>
            <a:endParaRPr sz="1200" b="0">
              <a:solidFill>
                <a:srgbClr val="8C282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2359151"/>
            <a:ext cx="1614373" cy="21267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359151"/>
            <a:ext cx="1614373" cy="420624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578607"/>
            <a:ext cx="1614373" cy="2011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459735"/>
            <a:ext cx="124861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安装与启动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31520" y="2990087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907791"/>
            <a:ext cx="1138885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解压后 bash run.sh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1520" y="3550157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467861"/>
            <a:ext cx="1138885" cy="243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首次自动装环境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31520" y="3921632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839336"/>
            <a:ext cx="1138885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在浏览器打开 localhost:8097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81301" y="3303651"/>
            <a:ext cx="274320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96A0AF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600" b="1">
              <a:solidFill>
                <a:srgbClr val="96A0A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55621" y="2359151"/>
            <a:ext cx="1614373" cy="21267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55621" y="2359151"/>
            <a:ext cx="1614373" cy="420624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5621" y="2578607"/>
            <a:ext cx="1614373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8501" y="2459735"/>
            <a:ext cx="124861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登录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620213" y="2990087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6517" y="2907791"/>
            <a:ext cx="1138885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填采集员 + 标注员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69994" y="3303651"/>
            <a:ext cx="274320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96A0AF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600" b="1">
              <a:solidFill>
                <a:srgbClr val="96A0A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44314" y="2359151"/>
            <a:ext cx="1614373" cy="21267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4314" y="2359151"/>
            <a:ext cx="1614373" cy="42062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4314" y="2578607"/>
            <a:ext cx="1614373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7194" y="2459735"/>
            <a:ext cx="124861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建标注方案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508906" y="2990087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55210" y="2907791"/>
            <a:ext cx="1138885" cy="809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新建方案，按任务书【五、标注字段及标注规范】加字段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58687" y="3303651"/>
            <a:ext cx="274320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96A0AF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600" b="1">
              <a:solidFill>
                <a:srgbClr val="96A0A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33007" y="2359151"/>
            <a:ext cx="1614373" cy="21267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33007" y="2359151"/>
            <a:ext cx="1614373" cy="420624"/>
          </a:xfrm>
          <a:prstGeom prst="roundRect">
            <a:avLst>
              <a:gd name="adj" fmla="val 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3007" y="2578607"/>
            <a:ext cx="1614373" cy="2011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5887" y="2459735"/>
            <a:ext cx="124861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标注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397599" y="2990087"/>
            <a:ext cx="73152" cy="73152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3903" y="2907791"/>
            <a:ext cx="1138885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选文件夹和 episode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47380" y="3303651"/>
            <a:ext cx="274320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96A0AF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600" b="1">
              <a:solidFill>
                <a:srgbClr val="96A0A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121700" y="2359151"/>
            <a:ext cx="1614373" cy="21267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21700" y="2359151"/>
            <a:ext cx="1614373" cy="42062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21700" y="2578607"/>
            <a:ext cx="1614373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4580" y="2459735"/>
            <a:ext cx="124861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保存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8286292" y="2990087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2596" y="2907791"/>
            <a:ext cx="1138885" cy="243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每个模块单独存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286292" y="3361562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2596" y="3279266"/>
            <a:ext cx="1138885" cy="243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切换前先存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36074" y="3303651"/>
            <a:ext cx="274320" cy="35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96A0AF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600" b="1">
              <a:solidFill>
                <a:srgbClr val="96A0A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010394" y="2359151"/>
            <a:ext cx="1614373" cy="21267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010394" y="2359151"/>
            <a:ext cx="1614373" cy="420624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10394" y="2578607"/>
            <a:ext cx="1614373" cy="2011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93274" y="2459735"/>
            <a:ext cx="124861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传回数据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10174986" y="2990087"/>
            <a:ext cx="73152" cy="7315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21290" y="2907791"/>
            <a:ext cx="1138885" cy="243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选中该 session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174986" y="3361562"/>
            <a:ext cx="73152" cy="7315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21290" y="3279266"/>
            <a:ext cx="1138885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填 user@ip 和目录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0174986" y="3921632"/>
            <a:ext cx="73152" cy="7315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21290" y="3839336"/>
            <a:ext cx="1138885" cy="243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看到 100% 完成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66928" y="4796790"/>
            <a:ext cx="11057839" cy="149428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66928" y="4796790"/>
            <a:ext cx="11057839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5016246"/>
            <a:ext cx="11057839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4897374"/>
            <a:ext cx="10692079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术语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86384" y="5363718"/>
            <a:ext cx="1133856" cy="2926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session</a:t>
            </a:r>
            <a:endParaRPr sz="11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066543" y="5409438"/>
            <a:ext cx="384642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一次采集的文件夹，里面有多条 episode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278727" y="5363718"/>
            <a:ext cx="1133856" cy="2926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episode</a:t>
            </a:r>
            <a:endParaRPr sz="11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558887" y="5409438"/>
            <a:ext cx="384642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一条演示数据，就是一段视频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86384" y="5766054"/>
            <a:ext cx="1133856" cy="2926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标注方案</a:t>
            </a:r>
            <a:endParaRPr sz="11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066543" y="5811774"/>
            <a:ext cx="384642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要标哪些字段、什么类型，本机自建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278727" y="5766054"/>
            <a:ext cx="1133856" cy="2926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标注文件</a:t>
            </a:r>
            <a:endParaRPr sz="11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558887" y="5811774"/>
            <a:ext cx="384642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标注结果 JSON，存在 episode 目录里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第 1 步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安装与启动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INSTALL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6766560" cy="49557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6766560" cy="420624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6766560" cy="2011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6400800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操作步骤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1938528"/>
            <a:ext cx="265176" cy="26517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3584" y="1911096"/>
            <a:ext cx="583387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解压并启动</a:t>
            </a:r>
            <a:endParaRPr sz="14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239670"/>
            <a:ext cx="5833872" cy="531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拿到安装包 Telephix-annotation-日期.tar.gz 后打开终端，依次执行三条命令。以后每次使用，进入目录只跑最后一条。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43584" y="2807360"/>
            <a:ext cx="5833872" cy="692658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" y="2889656"/>
            <a:ext cx="5596128" cy="58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tar xzf Telephix-annotation-20260915.tar.gz
cd Telephix-annotation
bash run.sh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22960" y="3646322"/>
            <a:ext cx="265176" cy="26517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3584" y="3618890"/>
            <a:ext cx="583387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第一次会自动装环境</a:t>
            </a:r>
            <a:endParaRPr sz="14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3947464"/>
            <a:ext cx="5833872" cy="531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先用 sudo 装系统工具，也就是选文件夹用的 zenity、传输用的 rsync 和 sshpass，这时要输入本机的登录密码；然后下载 Python 依赖。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22960" y="4570018"/>
            <a:ext cx="265176" cy="26517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43584" y="4542586"/>
            <a:ext cx="583387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用浏览器打开</a:t>
            </a:r>
            <a:endParaRPr sz="14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3584" y="4871161"/>
            <a:ext cx="5833872" cy="292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终端出现下面这行就说明启动好了，然后用 Chrome 打开 http://localhost:8097。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243584" y="5200726"/>
            <a:ext cx="5833872" cy="340614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2456" y="5283022"/>
            <a:ext cx="5596128" cy="230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NiceGUI ready to go on http://localhost:8097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43584" y="5632780"/>
            <a:ext cx="5833872" cy="365379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9525">
            <a:solidFill>
              <a:srgbClr val="F5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62456" y="5705932"/>
            <a:ext cx="555955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注意 </a:t>
            </a:r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终端窗口不要关，关掉工具就停了。要退出时在终端按 Ctrl + C。</a:t>
            </a:r>
            <a:endParaRPr sz="1150" b="0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44383" y="1298448"/>
            <a:ext cx="3980383" cy="499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44383" y="1298448"/>
            <a:ext cx="3980383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44383" y="1517904"/>
            <a:ext cx="3980383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7263" y="1399032"/>
            <a:ext cx="361462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装不上或起不来时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45552" y="1865376"/>
            <a:ext cx="3578047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pip 下载太慢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45552" y="2121408"/>
            <a:ext cx="3578047" cy="414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PIP_INDEX_URL=https://pypi.tuna.tsinghua.edu.cn/simple bash install.sh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45552" y="2719197"/>
            <a:ext cx="3578047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提示端口被占用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45552" y="2975229"/>
            <a:ext cx="3578047" cy="414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TELEPHIX_ANNOTATION_PORT=8098 bash run.sh
然后打开 localhost:8098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45552" y="3573018"/>
            <a:ext cx="3578047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只装环境不启动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45552" y="3829050"/>
            <a:ext cx="3578047" cy="234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bash install.sh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45552" y="4246816"/>
            <a:ext cx="3578047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不是 Ubuntu / Debian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45552" y="4502848"/>
            <a:ext cx="3578047" cy="449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脚本会停下来列出要手动装的工具，装好后再跑 install.sh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45552" y="5134927"/>
            <a:ext cx="3578047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浏览器打不开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45552" y="5390959"/>
            <a:ext cx="3578047" cy="449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确认跑 run.sh 的终端还开着且没报错；改过端口要用新端口号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第 2–3 步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登录 · 建标注方案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LOGIN &amp; SCHEMA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3478682" cy="46527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3478682" cy="420624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3478682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3112922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步 · 登录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193852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3584" y="1911096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填两个名字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249424"/>
            <a:ext cx="2545994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采集员名字是这批数据谁采的，标注员名字是你自己，两个都必填，点进入。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3156966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3584" y="3129534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名字会写到哪里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584" y="3467862"/>
            <a:ext cx="2545994" cy="1045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标注员名字写进接触模式和 subtask 文件的 annotator 字段；传输时两个名字都会加进对方电脑上的文件夹名。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4623054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4595622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换人或换一批数据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43584" y="4933950"/>
            <a:ext cx="2545994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点右上角退出登录，重新填写。页面右上角一直显示当前的采集员和标注员。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56506" y="1298448"/>
            <a:ext cx="3478682" cy="470291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56506" y="1298448"/>
            <a:ext cx="3478682" cy="42062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6506" y="1517904"/>
            <a:ext cx="3478682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9386" y="1399032"/>
            <a:ext cx="3112922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步 · 建标注方案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612538" y="1938528"/>
            <a:ext cx="256031" cy="256031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33162" y="1911096"/>
            <a:ext cx="2545994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新建方案并加字段</a:t>
            </a:r>
            <a:endParaRPr sz="14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33162" y="2229916"/>
            <a:ext cx="254599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右上角新建方案，填名称，点 + 添加字段，每个字段填字段名并选类型，保存。之后在方案卡片上点进入标注。没有字段的方案进不了标注页。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612538" y="3500932"/>
            <a:ext cx="256031" cy="256031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33162" y="3473500"/>
            <a:ext cx="2545994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起字段名的规矩</a:t>
            </a:r>
            <a:endParaRPr sz="14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33162" y="3792321"/>
            <a:ext cx="254599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只能用字母、数字、下划线，不能以数字开头，比如 action、grasp_ok。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78070" y="4569460"/>
            <a:ext cx="2545715" cy="678815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9525">
            <a:solidFill>
              <a:srgbClr val="F5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7094" y="4642713"/>
            <a:ext cx="2271674" cy="507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注意 </a:t>
            </a:r>
            <a:r>
              <a:rPr sz="110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不要用 meta当字段名，会和 episode 里的同名文件冲突。</a:t>
            </a:r>
            <a:endParaRPr sz="1100" b="0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第 4 步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标注 · 选数据和 episode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ANNOTATE 4.1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6309360" cy="43563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6309360" cy="420624"/>
          </a:xfrm>
          <a:prstGeom prst="roundRect">
            <a:avLst>
              <a:gd name="adj" fmla="val 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6309360" cy="2011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5943600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操作步骤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1938528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3584" y="1911096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填 Scan folder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249424"/>
            <a:ext cx="5376672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填数据所在的文件夹，点 Browse… 弹窗选择 session 文件夹。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661666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3584" y="2634234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选 episode 并看进度徽章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584" y="2972562"/>
            <a:ext cx="5376672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下拉框每条前面标着标注进度，保存标注后自动更新。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384804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3357372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Hide failures 保持勾选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43584" y="3695700"/>
            <a:ext cx="537667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默认勾选，会隐藏采集时标记为失败的 episode。这些数据不进训练集，不用标。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22960" y="4355592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3584" y="4328160"/>
            <a:ext cx="5376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切换 episode 前先保存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43584" y="4666488"/>
            <a:ext cx="5376672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用下拉框，或者上一条 / 下一条按钮切换，旁边显示第 X / N 条。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43584" y="5005578"/>
            <a:ext cx="5376672" cy="374904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9525">
            <a:solidFill>
              <a:srgbClr val="F5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2456" y="5078730"/>
            <a:ext cx="5102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注意 </a:t>
            </a:r>
            <a:r>
              <a:rPr sz="120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切换 episode 会丢掉当前没保存的标注。</a:t>
            </a:r>
            <a:endParaRPr sz="1200" b="0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187184" y="1298448"/>
            <a:ext cx="4437583" cy="499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87184" y="1298448"/>
            <a:ext cx="4437583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87184" y="1517904"/>
            <a:ext cx="4437583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0064" y="1399032"/>
            <a:ext cx="407182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数据文件夹长什么样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88352" y="1865376"/>
            <a:ext cx="4035247" cy="2060955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1975104"/>
            <a:ext cx="3779215" cy="1896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数据根目录/                        ← 填这里
└── session_20260903_142453_lerobot/
    ├── episode_0000/
    │   ├── videos/          必须有 mp4
    │   ├── meta.json        原始数据自带
    │   ├── contact_modes.json  ┐
    │   ├── subtasks.json       │ 标注后
    │   ├── grasp_ok.json       │ 生成
    │   └── bbox.json           ┘
    └── episode_0001/ ...</a:t>
            </a:r>
            <a:endParaRPr sz="100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88352" y="4200652"/>
            <a:ext cx="4035247" cy="252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episode 下拉框前面的进度徽章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406640" y="4566411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4511547"/>
            <a:ext cx="1600200" cy="23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5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61704" y="4511547"/>
            <a:ext cx="2334463" cy="23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已保存 3 段接触模式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406640" y="4877307"/>
            <a:ext cx="118872" cy="11887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8" y="4822443"/>
            <a:ext cx="1600200" cy="23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5803D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50" b="1">
              <a:solidFill>
                <a:srgbClr val="1580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61704" y="4822443"/>
            <a:ext cx="2334463" cy="23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已保存 5 段 subtask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406640" y="5188203"/>
            <a:ext cx="118872" cy="118872"/>
          </a:xfrm>
          <a:prstGeom prst="ellipse">
            <a:avLst/>
          </a:prstGeom>
          <a:solidFill>
            <a:srgbClr val="8C9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7808" y="5133339"/>
            <a:ext cx="1600200" cy="23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objects:0</a:t>
            </a:r>
            <a:endParaRPr sz="1150" b="1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61704" y="5133339"/>
            <a:ext cx="2334463" cy="23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这个字段还没标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第 4 步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标注 · 接触模式 C1–C6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ANNOTATE 4.3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760720" cy="43853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760720" cy="2011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5394959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怎么打点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1938528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3584" y="1911096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播到状态变化的那一刻，暂停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249424"/>
            <a:ext cx="482803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主视频要先播放过，当前时间大于 0 才能打点，否则会提示 Video not ready。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909316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3584" y="2881884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点一个模式按钮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584" y="3220212"/>
            <a:ext cx="482803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就是在当前时间开始一段新模式。新的一段一直延伸到视频结尾，上一段在这一刻截止。所以要从头往后、按时间顺序标。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880103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3852671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标完保存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43584" y="4190999"/>
            <a:ext cx="4828032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点 Save xxx.json。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22960" y="4603241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3584" y="4575810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撤销标注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43584" y="4914138"/>
            <a:ext cx="482803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Undo last 或 Backspace 撤销最后一段，Clear all 清空这条 episode。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638544" y="1298448"/>
            <a:ext cx="4986223" cy="499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38544" y="1298448"/>
            <a:ext cx="4986223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38544" y="1517904"/>
            <a:ext cx="4986223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1399032"/>
            <a:ext cx="462046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Subtask 分段逻辑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12864" y="1956815"/>
            <a:ext cx="4437583" cy="199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96A4"/>
                </a:solidFill>
                <a:latin typeface="Consolas"/>
                <a:ea typeface="Consolas"/>
                <a:cs typeface="Consolas"/>
              </a:rPr>
              <a:t>0s                    5s                   10s</a:t>
            </a:r>
            <a:endParaRPr sz="950" b="0">
              <a:solidFill>
                <a:srgbClr val="8C96A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912864" y="2231135"/>
            <a:ext cx="4437583" cy="310896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7870" y="2231135"/>
            <a:ext cx="4082576" cy="310896"/>
          </a:xfrm>
          <a:prstGeom prst="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2596895"/>
            <a:ext cx="4437583" cy="222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 0.8s 添加第一个 subtask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12864" y="3017519"/>
            <a:ext cx="4437583" cy="310896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7870" y="3017519"/>
            <a:ext cx="710013" cy="310896"/>
          </a:xfrm>
          <a:prstGeom prst="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7883" y="3017519"/>
            <a:ext cx="3372563" cy="310896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3383279"/>
            <a:ext cx="4437583" cy="222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 2.4s 添加第二个 subtask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912864" y="3803903"/>
            <a:ext cx="4437583" cy="310896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7870" y="3803903"/>
            <a:ext cx="710013" cy="310896"/>
          </a:xfrm>
          <a:prstGeom prst="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7883" y="3803903"/>
            <a:ext cx="754389" cy="310896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32273" y="3803903"/>
            <a:ext cx="2618174" cy="310896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2864" y="4169663"/>
            <a:ext cx="4437583" cy="222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 4.1s 添加第三个 subtask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12864" y="4590288"/>
            <a:ext cx="4437583" cy="236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0 到 0.8 秒之间没点过任何模式，这一段就不带标签。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第 4 步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常见标注 · subtask、数值、检测框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ANNOTATE 4.4–4.6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3478682" cy="40645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3478682" cy="420624"/>
          </a:xfrm>
          <a:prstGeom prst="roundRect">
            <a:avLst>
              <a:gd name="adj" fmla="val 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3478682" cy="2011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3112922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subtask（一句话描述）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1938528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3584" y="1911096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暂停在子任务开始处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22960" y="2377440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43584" y="2350008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写一句话，按 Enter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3584" y="2688336"/>
            <a:ext cx="2545994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例如 pick the plush toy，或点 Add at cursor。Recent 下拉框里有最近用过的 10 句。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22960" y="3595878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3584" y="3568446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继续往后播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3906774"/>
            <a:ext cx="2545994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到下一个子任务开始时重复。新的一段必须在上一段的开始时间之后。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22960" y="4814316"/>
            <a:ext cx="274320" cy="274320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43584" y="4786884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 Save subtasks.json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56506" y="1298448"/>
            <a:ext cx="3478682" cy="48806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6506" y="1298448"/>
            <a:ext cx="3478682" cy="42062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6506" y="1517904"/>
            <a:ext cx="3478682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386" y="1399032"/>
            <a:ext cx="3112922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数值字段 int / float / bool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612538" y="19385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33162" y="1911096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在值里输入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33162" y="2249424"/>
            <a:ext cx="2545994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数字字段填数字，bool 字段选 true 或 false。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612538" y="29093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33162" y="2881884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在当前时间添加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33162" y="3220212"/>
            <a:ext cx="2545994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加一个分段，值从这一刻生效到下一段。同一时刻再加一次会覆盖原值。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612538" y="412775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33162" y="4100322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或者采用整段视频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33162" y="4438650"/>
            <a:ext cx="2545994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清掉其它分段，整条 episode 只用这一个值。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612538" y="5098541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33162" y="5071110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点保存 &lt;字段名&gt;.json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33162" y="5409438"/>
            <a:ext cx="2545994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分段列表按时间排序，点 × 可以删掉某一段。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146084" y="1298448"/>
            <a:ext cx="3478682" cy="46329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46084" y="1298448"/>
            <a:ext cx="3478682" cy="420624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46084" y="1517904"/>
            <a:ext cx="3478682" cy="2011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8964" y="1399032"/>
            <a:ext cx="3112922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检测框 detection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402116" y="1938528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22740" y="1911096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暂停到要标的那一帧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22740" y="2249424"/>
            <a:ext cx="2545994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再点标签页最下面的抓取当前帧。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402116" y="2661666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22740" y="2634234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在画面上拖框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22740" y="2972562"/>
            <a:ext cx="2545994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拖出的框是黄色虚线。太小的框会当成误点，直接忽略。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402116" y="3632454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22740" y="3605022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填物体类别，点添加框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22740" y="3943350"/>
            <a:ext cx="2545994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框变成青色实线。本帧已标注列表里点 × 可以删。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402116" y="4603241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822740" y="4575810"/>
            <a:ext cx="254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点保存 bbox.json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22740" y="4914138"/>
            <a:ext cx="2545994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所有帧一次保存。帧号 = 时间 × 帧率，帧率从 meta.json 读，读不到按 30。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第 6 步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传回数据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TRANSFER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943600" cy="48806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5943600" cy="420624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943600" cy="2011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5577840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操作步骤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1938528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3584" y="1911096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先选中这个 session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249424"/>
            <a:ext cx="501091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在上方选中该 session 里任意一条 episode，底栏会显示当前 session，传输本 session 按钮才变成可点。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909316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3584" y="2881884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填三项信息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584" y="3220212"/>
            <a:ext cx="501091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对方 user@ip、对方文件位置、对方密码。这三项都向数据接收方要，对方的目录必须已经存在。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880103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3852671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核对路径后开始传输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43584" y="4190999"/>
            <a:ext cx="5010912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看一眼传到: 那一行的完整路径，点开始传输，看进度条和日志，显示 100% 传输完成就好了。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22960" y="4850891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3584" y="4823459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可以重复传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43584" y="5161788"/>
            <a:ext cx="5010912" cy="797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只会补传有变化的文件，比如新保存的标注。传输中断后再点一次会接着传。第一次传会带上所有视频，耗时取决于数据量和网速。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21424" y="1298448"/>
            <a:ext cx="4803343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21424" y="1298448"/>
            <a:ext cx="4803343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21424" y="1517904"/>
            <a:ext cx="4803343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1399032"/>
            <a:ext cx="443758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传过去以后文件夹会自动改名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40880" y="1901952"/>
            <a:ext cx="4364431" cy="48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你的电脑：  session_20260903_142453_lerobot
对方电脑：  session_20260903_142453_采集-张三_标注-李四_lerobot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0" y="2450591"/>
            <a:ext cx="4364431" cy="222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只改对方电脑上的名字，你这边不变。名字里的空格和 / 会变成 -。</a:t>
            </a:r>
            <a:endParaRPr sz="11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831965" y="2976245"/>
            <a:ext cx="4796790" cy="42037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50710" y="3077210"/>
            <a:ext cx="165735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传输失败时对照日志</a:t>
            </a:r>
            <a:endParaRPr sz="11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11870" y="3077210"/>
            <a:ext cx="270129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原因和处理</a:t>
            </a:r>
            <a:endParaRPr sz="11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50710" y="3496945"/>
            <a:ext cx="165735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rc=5</a:t>
            </a:r>
            <a:endParaRPr sz="1150" b="0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08695" y="3496945"/>
            <a:ext cx="2704465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密码错误，重新确认对方密码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31965" y="3396615"/>
            <a:ext cx="4796790" cy="7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31965" y="3816985"/>
            <a:ext cx="4796790" cy="63944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0710" y="3917315"/>
            <a:ext cx="165735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rc=255</a:t>
            </a:r>
            <a:endParaRPr sz="1150" b="0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11870" y="3917315"/>
            <a:ext cx="3013075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IP 或账号写错、对方没开 SSH、不在同一网络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31965" y="3816985"/>
            <a:ext cx="4796790" cy="7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50710" y="4556760"/>
            <a:ext cx="165735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No such file</a:t>
            </a:r>
            <a:endParaRPr sz="1150" b="0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608695" y="4556760"/>
            <a:ext cx="2704465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对方目录不存在，请接收方先建好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831965" y="4456430"/>
            <a:ext cx="4796790" cy="7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31965" y="5095240"/>
            <a:ext cx="4796790" cy="63944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50710" y="5196205"/>
            <a:ext cx="165735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command not found</a:t>
            </a:r>
            <a:endParaRPr sz="1150" b="0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08695" y="5196205"/>
            <a:ext cx="2704465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对方电脑没装 rsync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831965" y="5095240"/>
            <a:ext cx="4796790" cy="7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0710" y="5835650"/>
            <a:ext cx="1657350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提示本机缺工具</a:t>
            </a:r>
            <a:endParaRPr sz="1150" b="0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08695" y="5835650"/>
            <a:ext cx="2704465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在项目目录运行 bash install.sh</a:t>
            </a:r>
            <a:endParaRPr sz="11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31965" y="5734685"/>
            <a:ext cx="4796790" cy="7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31965" y="6155055"/>
            <a:ext cx="4796790" cy="762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参考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快捷键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REFERENCE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072487" y="1298448"/>
            <a:ext cx="8046720" cy="48646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72487" y="1298448"/>
            <a:ext cx="8046720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2487" y="1517904"/>
            <a:ext cx="8046720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5367" y="1399032"/>
            <a:ext cx="7680960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快捷键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5687" y="1417319"/>
            <a:ext cx="5120640" cy="222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ED6E0"/>
                </a:solidFill>
                <a:latin typeface="微软雅黑"/>
                <a:ea typeface="微软雅黑"/>
                <a:cs typeface="微软雅黑"/>
              </a:rPr>
              <a:t>焦点不在输入框或按钮上时才生效</a:t>
            </a:r>
            <a:endParaRPr sz="1100" b="0">
              <a:solidFill>
                <a:srgbClr val="CED6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83383" y="1901952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Space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68799" y="1965960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主视频 播放 / 暂停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83383" y="2377440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← →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68799" y="2441448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后退 / 前进 0.5 秒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83383" y="2852928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Shift + ← →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68799" y="2916936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后退 / 前进 0.1 秒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83383" y="3328416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S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68799" y="3392424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保存 contact_modes.json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383383" y="3803904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Backspace  Delete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68799" y="3867912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撤销最后一段接触模式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383383" y="4279392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1 – 9   0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68799" y="4343400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在当前时间添加对应的预设 subtask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383383" y="4754879"/>
            <a:ext cx="1874519" cy="347472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CE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D3A4A"/>
                </a:solidFill>
                <a:latin typeface="微软雅黑"/>
                <a:ea typeface="微软雅黑"/>
                <a:cs typeface="微软雅黑"/>
              </a:rPr>
              <a:t>Enter</a:t>
            </a:r>
            <a:endParaRPr sz="1200" b="1">
              <a:solidFill>
                <a:srgbClr val="2D3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68799" y="4818888"/>
            <a:ext cx="5239512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 subtask 输入框里添加</a:t>
            </a:r>
            <a:endParaRPr sz="125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83383" y="5285231"/>
            <a:ext cx="7424928" cy="658368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9525">
            <a:solidFill>
              <a:srgbClr val="F5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29687" y="5394959"/>
            <a:ext cx="7132320" cy="449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快捷键没反应：焦点还停在刚点过的按钮或输入框上，这时按空格还会把那个按钮再点一次。先在页面空白处点一下，再用快捷键。</a:t>
            </a:r>
            <a:endParaRPr sz="1150" b="0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参考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常见问题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FAQ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1057839" cy="3877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11057839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11057839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99032"/>
            <a:ext cx="10692079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遇到这些提示怎么办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4672" y="1975104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1920240"/>
            <a:ext cx="4641951" cy="26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标注页显示 No converted episodes yet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2416" y="2231136"/>
            <a:ext cx="4641951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Scan folder 路径不对，或者 episode 的 videos/ 里没有 mp4。改好路径后点 Apply。这一页上的 Go to Record page 按钮在本工具里没有用。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04672" y="3300984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246120"/>
            <a:ext cx="4641951" cy="26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 Browse… 提示 zenity not installed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2416" y="3557015"/>
            <a:ext cx="464195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在项目目录运行 bash install.sh 装上；或者直接在输入框里填路径再点 Apply。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04672" y="4398264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343400"/>
            <a:ext cx="4641951" cy="26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点模式按钮提示 Video not ready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6" y="4654296"/>
            <a:ext cx="4641951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主视频还没加载好，或者停在 0 秒。先播放一下再打点。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89039" y="1975104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6783" y="1920240"/>
            <a:ext cx="4641951" cy="26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视频画面和选中的 episode 对不上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26783" y="2231136"/>
            <a:ext cx="4641951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先把当前的标注保存，再刷新浏览器页面。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89039" y="2843784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6783" y="2788920"/>
            <a:ext cx="4641951" cy="26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按数字键提示该数字键还没设置 subtask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6783" y="3099815"/>
            <a:ext cx="464195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在数字键 1–0 速填里给这个数字填一句。离开过标注页的话预设已清空，要重新填。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89039" y="3941063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6783" y="3886200"/>
            <a:ext cx="4641951" cy="26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点进入标注提示该方案还没有标注字段</a:t>
            </a:r>
            <a:endParaRPr sz="13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26783" y="4197096"/>
            <a:ext cx="4641951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点方案卡片上的铅笔图标，至少加一个字段并保存。</a:t>
            </a:r>
            <a:endParaRPr sz="12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A8B2C0"/>
                </a:solidFill>
                <a:latin typeface="微软雅黑"/>
                <a:ea typeface="微软雅黑"/>
                <a:cs typeface="微软雅黑"/>
              </a:rPr>
              <a:t>附  </a:t>
            </a: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接收方电脑的准备</a:t>
            </a:r>
            <a:endParaRPr sz="2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67167" y="2743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96A2B2"/>
                </a:solidFill>
                <a:latin typeface="微软雅黑"/>
                <a:ea typeface="微软雅黑"/>
                <a:cs typeface="微软雅黑"/>
              </a:rPr>
              <a:t>FOR THE RECEIVER</a:t>
            </a:r>
            <a:endParaRPr sz="1300" b="0">
              <a:solidFill>
                <a:srgbClr val="96A2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这一页写给收数据的人。标注员传数据时会用 SSH 连到你的电脑，你这边需要先准备好。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664207"/>
            <a:ext cx="6675120" cy="46268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64207"/>
            <a:ext cx="6675120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3"/>
            <a:ext cx="6675120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64792"/>
            <a:ext cx="6309359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在接收方电脑上执行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2231136"/>
            <a:ext cx="6199631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1. 安装并开启 SSH 服务和 rsync</a:t>
            </a:r>
            <a:endParaRPr sz="12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" y="2487168"/>
            <a:ext cx="6199631" cy="537972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569463"/>
            <a:ext cx="5961888" cy="428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sudo apt install openssh-server rsync
sudo systemctl enable --now ssh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" y="3226308"/>
            <a:ext cx="6199631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2. 给标注员单独建一个账号，不要给自己的密码</a:t>
            </a:r>
            <a:endParaRPr sz="12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3482340"/>
            <a:ext cx="6199631" cy="351282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564636"/>
            <a:ext cx="5961888" cy="241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sudo adduser annot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" y="4034790"/>
            <a:ext cx="6199631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3. 建好接收目录，交给这个账号</a:t>
            </a:r>
            <a:endParaRPr sz="12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4672" y="4290822"/>
            <a:ext cx="6199631" cy="537972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373118"/>
            <a:ext cx="5961888" cy="428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sudo mkdir -p /data/annotations
sudo chown annot:annot /data/annotations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2" y="5029962"/>
            <a:ext cx="6199631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4. 查本机 IP，告诉标注员</a:t>
            </a:r>
            <a:endParaRPr sz="125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4672" y="5285994"/>
            <a:ext cx="6199631" cy="351282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5368290"/>
            <a:ext cx="5961888" cy="241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75A"/>
                </a:solidFill>
                <a:latin typeface="Consolas"/>
                <a:ea typeface="Consolas"/>
                <a:cs typeface="Consolas"/>
              </a:rPr>
              <a:t>hostname -I</a:t>
            </a:r>
            <a:endParaRPr sz="1050" b="0">
              <a:solidFill>
                <a:srgbClr val="3747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52944" y="1664207"/>
            <a:ext cx="4071823" cy="34145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52944" y="1664207"/>
            <a:ext cx="4071823" cy="420624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52944" y="1883663"/>
            <a:ext cx="4071823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3" y="1764792"/>
            <a:ext cx="3706063" cy="26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然后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808975" y="2304288"/>
            <a:ext cx="274320" cy="27432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2276856"/>
            <a:ext cx="3139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把三项信息给标注员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2615184"/>
            <a:ext cx="3139135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annot@你的IP、/data/annotations，以及 annot 账号的密码。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808975" y="3275076"/>
            <a:ext cx="274320" cy="27432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0" y="3247644"/>
            <a:ext cx="3139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两台电脑要在同一个网络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0" y="3585972"/>
            <a:ext cx="3139135" cy="302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能互相访问，否则标注员会看到 rc=255。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808975" y="3998213"/>
            <a:ext cx="274320" cy="27432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0" y="3970782"/>
            <a:ext cx="3139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202C"/>
                </a:solidFill>
                <a:latin typeface="微软雅黑"/>
                <a:ea typeface="微软雅黑"/>
                <a:cs typeface="微软雅黑"/>
              </a:rPr>
              <a:t>收到的文件夹带着姓名</a:t>
            </a:r>
            <a:endParaRPr sz="1500" b="1">
              <a:solidFill>
                <a:srgbClr val="1820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9600" y="4309110"/>
            <a:ext cx="3139135" cy="55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66170"/>
                </a:solidFill>
                <a:latin typeface="微软雅黑"/>
                <a:ea typeface="微软雅黑"/>
                <a:cs typeface="微软雅黑"/>
              </a:rPr>
              <a:t>结尾仍是 _lerobot，可以直接用本工具打开查看。</a:t>
            </a:r>
            <a:endParaRPr sz="1300" b="0">
              <a:solidFill>
                <a:srgbClr val="5661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731520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Telephix 标注员手册 · 工具地址 http://localhost:8097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27487" y="6437376"/>
            <a:ext cx="1097280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>
                <a:solidFill>
                  <a:srgbClr val="8C96A4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 b="0">
              <a:solidFill>
                <a:srgbClr val="8C96A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5227</Words>
  <Application>WPS 演示</Application>
  <PresentationFormat>On-screen Show (4:3)</PresentationFormat>
  <Paragraphs>576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Arial</vt:lpstr>
      <vt:lpstr>DejaVu Sans</vt:lpstr>
      <vt:lpstr>微软雅黑</vt:lpstr>
      <vt:lpstr>Droid Sans Fallback</vt:lpstr>
      <vt:lpstr>Consolas</vt:lpstr>
      <vt:lpstr>Calibri</vt:lpstr>
      <vt:lpstr>C059</vt:lpstr>
      <vt:lpstr>宋体</vt:lpstr>
      <vt:lpstr>Noto Serif CJK SC</vt:lpstr>
      <vt:lpstr>微软雅黑</vt:lpstr>
      <vt:lpstr>Arial Unicode MS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liuyao</cp:lastModifiedBy>
  <cp:revision>3</cp:revision>
  <dcterms:created xsi:type="dcterms:W3CDTF">2026-09-15T12:47:47Z</dcterms:created>
  <dcterms:modified xsi:type="dcterms:W3CDTF">2026-09-15T12:47:47Z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6545A376EF9D511CBB3DA96A1063F412_42</vt:lpwstr>
  </property>
  <property fmtid="{D5CDD505-2E9C-101B-9397-08002B2CF9AE}" pid="3" name="KSOProductBuildVer">
    <vt:lpwstr>2052-12.1.2.25882</vt:lpwstr>
  </property>
</Properties>
</file>